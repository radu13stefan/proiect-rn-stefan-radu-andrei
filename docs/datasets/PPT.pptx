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37" d="100"/>
          <a:sy n="37" d="100"/>
        </p:scale>
        <p:origin x="84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86AA0-13EC-225A-91D2-DF59F997A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DE076-F86C-38EF-BF52-5CCA699E6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164F0-C616-4090-86CF-5D687289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449FF-F351-4C20-8C89-D957C2D4377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1498E-36BE-51CB-3A20-0A410310C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A9167-0727-9D11-C1A1-BAB968290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22C3-115D-449F-8395-63A3527AC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27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4C97-2172-6073-BB31-39F852698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F2DA0-2575-6D67-DDFD-93970706B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BDEBE-C2C8-0DB8-FF96-1DC30FC0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449FF-F351-4C20-8C89-D957C2D4377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5AAB6-3CB9-0855-5B1B-4CFCD54AB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5A564-85ED-7F5A-D279-A0EFAAD8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22C3-115D-449F-8395-63A3527AC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89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40F5-691E-914F-6063-F77669921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C4981-1DC9-44CB-4383-1127B916A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B6C67-9A0B-6D5E-D649-231A0D476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449FF-F351-4C20-8C89-D957C2D4377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0E93D-70AC-71C9-D493-076A1C6F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C4C46-FEB4-1A37-1F52-6042B56AE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22C3-115D-449F-8395-63A3527AC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03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6416-3529-EF49-2223-86208F5E2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ED286-55DA-78AB-B010-78A39C32A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9396B-5A08-C5FA-A4D4-203E6098B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D6D98-692A-51C5-BCE7-6F809ED2F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449FF-F351-4C20-8C89-D957C2D4377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34868-320E-DC85-FB24-08E96F68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BC0F1-D89B-F52D-C6AE-81C61D6D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22C3-115D-449F-8395-63A3527AC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47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AC83E-4CD5-7F23-151D-9379E88C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3A0EC-9B19-3F20-1BD4-6CA96D035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E6E64-E6A3-4A61-447C-DE5590937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401333-A235-26FB-7CC0-15A51CAD5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2A4B6A-5FA4-6F36-8994-F1FA7E6A9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4C9A3-5757-3BAA-077F-3D73B972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449FF-F351-4C20-8C89-D957C2D4377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E26D3-8360-A2F3-436F-8F61634DB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B09868-4044-4107-76BB-3D48B1BA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22C3-115D-449F-8395-63A3527AC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4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5554-9121-F670-0F42-EAF144A7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CE171-CE41-49B2-0C68-CAB1AA46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449FF-F351-4C20-8C89-D957C2D4377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27903-63C2-D163-6C51-E48406779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DFAFD-463F-5B0B-15B2-B316A46B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22C3-115D-449F-8395-63A3527AC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17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0D81F5-D609-1E40-8F17-D3B9CBDE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449FF-F351-4C20-8C89-D957C2D4377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08D19-94E8-7D4E-65A0-940BCCE02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FDEA4-C617-8A89-CEAE-4C52A2C8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22C3-115D-449F-8395-63A3527AC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51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1E936-62DF-EC83-4A9B-81C96E032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FF477-9B88-C035-03F8-57E9DE4DB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DA5C5-5EE8-28E1-EBF1-487408C71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16FF9-AFAC-999A-3BC2-5A9BFCA4E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449FF-F351-4C20-8C89-D957C2D4377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FDBB9-7617-93AB-4DF9-3C90E2FD0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6FB7C-078A-1722-C031-F828D54CF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22C3-115D-449F-8395-63A3527AC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5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42C3-D0A7-9AA2-2F0E-8A4FEA927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C44CA1-7F0F-B1D1-6A43-71DCCE38DC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35FE9-DD21-C07D-5527-6F599FFD6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28E5F-D7E7-D4C8-3230-8E8C6EA78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449FF-F351-4C20-8C89-D957C2D4377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E4D2A-7F34-2521-DC3B-BEAF47F9C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92834-5AF6-6E34-8FDE-FC3DB9F0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22C3-115D-449F-8395-63A3527AC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33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B3C0-4A25-B555-C7B4-EAD23D41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51781-D07D-6491-1344-216C754F7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DFE3C-E810-978A-6991-9DCD05B7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449FF-F351-4C20-8C89-D957C2D4377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0A623-DF9B-F9D8-67CA-78B8ED5E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C0C91-9A73-1A89-2244-79FC8513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22C3-115D-449F-8395-63A3527AC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37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21347D-BADE-BB59-5E27-AC6969425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EA04D-B208-5C3A-C98A-5F3715002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0921E-EB7D-ABEA-FC43-E97F12A7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449FF-F351-4C20-8C89-D957C2D4377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CDBEB-093D-2721-C375-4ABF390E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E11D6-A97B-68B9-7558-4C53F1BE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422C3-115D-449F-8395-63A3527AC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A27058-B6CD-0626-9392-B51929262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89993-9024-54C1-C9C4-50318BB56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1DFB5-1C17-8430-176B-75C10DEA7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449FF-F351-4C20-8C89-D957C2D4377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AC0FB-C557-B8A8-8D42-F615D1B6A2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E4099-3A15-77EF-6D95-F8DA9B81B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422C3-115D-449F-8395-63A3527AC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93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48090-F1C9-A247-C0D5-22663C96C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7200"/>
              <a:t>Sistem Inteligent pentru Mentenanta Predictiva a Retelelor Electrice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801C2-20C0-5BD4-6735-220374B28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Student: Stefan Radu-Andrei</a:t>
            </a:r>
            <a:endParaRPr lang="en-US"/>
          </a:p>
          <a:p>
            <a:pPr algn="l"/>
            <a:r>
              <a:rPr lang="en-US" dirty="0"/>
              <a:t>Grupa 633AB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9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E7CE9-F822-FD24-6AAB-8FEE620F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/>
              <a:t>Problema si obiectivul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AA6FC-9ABB-C144-3A87-DBFAA0FFD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Retele electrice modern genereaza volume masivede date, iar defectiunile pot avea un impact negative mare.</a:t>
            </a:r>
          </a:p>
          <a:p>
            <a:r>
              <a:rPr lang="en-US" sz="2400"/>
              <a:t>Metodele clasice aplica mentenanta dupa ce s-a produs avaria.</a:t>
            </a:r>
          </a:p>
          <a:p>
            <a:r>
              <a:rPr lang="en-US" sz="2400"/>
              <a:t>Dezvoltarea unui agent AI capabil sa analizeze datele de functionare din ultima perioada si sa prezica necesitatea mentenantei in timp real.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64504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16F7B-9E91-3D3B-4AD2-40B998C7F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/>
              <a:t>Arhitectura Sistemului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FEE56-F88A-F223-0B40-9DE9E1FA4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Generare Date: Simulator Python (generator.py)</a:t>
            </a:r>
          </a:p>
          <a:p>
            <a:r>
              <a:rPr lang="en-US" sz="2400"/>
              <a:t>Achizitie si Procesare: Citire fisier, Validare, Scalare</a:t>
            </a:r>
          </a:p>
          <a:p>
            <a:r>
              <a:rPr lang="en-US" sz="2400"/>
              <a:t>Model AI: Retea LSTM pentru recunoastere tipare temporale</a:t>
            </a:r>
          </a:p>
          <a:p>
            <a:r>
              <a:rPr lang="en-US" sz="2400"/>
              <a:t>Interfaca: Dashboard Streamlit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88704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607B51-0EE2-AC4C-2276-7CA5F7989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Datele Utilizate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F92A6-2AB0-D77C-9856-D2D7E06D4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000"/>
              <a:t>Feature-uri principale:</a:t>
            </a:r>
          </a:p>
          <a:p>
            <a:pPr marL="0" indent="0">
              <a:buNone/>
            </a:pPr>
            <a:r>
              <a:rPr lang="en-US" sz="2000"/>
              <a:t>-Voltage (V) : Tensiunea retelei.</a:t>
            </a:r>
          </a:p>
          <a:p>
            <a:pPr marL="0" indent="0">
              <a:buNone/>
            </a:pPr>
            <a:r>
              <a:rPr lang="en-US" sz="2000"/>
              <a:t>-Current (A): Intensitatea curentului.</a:t>
            </a:r>
          </a:p>
          <a:p>
            <a:pPr marL="0" indent="0">
              <a:buNone/>
            </a:pPr>
            <a:r>
              <a:rPr lang="en-US" sz="2000"/>
              <a:t>-FFT_Values: Transformata Fourier (128 valori) pentru detectarea zgomotului.</a:t>
            </a:r>
          </a:p>
          <a:p>
            <a:r>
              <a:rPr lang="en-US" sz="2000"/>
              <a:t>Preprocesare: Normalizare cu MinMaxScaler</a:t>
            </a:r>
          </a:p>
          <a:p>
            <a:pPr marL="0" indent="0">
              <a:buNone/>
            </a:pPr>
            <a:r>
              <a:rPr lang="en-US" sz="2000"/>
              <a:t> 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00910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BDBD3-F75C-3961-4547-9E256828A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Optimizare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DC99C-45DC-100C-B425-EEE87B73E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Situatia initiala: Model antrenat pe etichete din dataset-ul online. Acuratete putin peste 50%</a:t>
            </a:r>
          </a:p>
          <a:p>
            <a:r>
              <a:rPr lang="en-US" sz="2400"/>
              <a:t>Dupa implementarea unei solutii de data engineering am reetichetat datele conform legilor fizicii.</a:t>
            </a:r>
          </a:p>
          <a:p>
            <a:pPr marL="0" indent="0">
              <a:buNone/>
            </a:pPr>
            <a:r>
              <a:rPr lang="en-US" sz="2400"/>
              <a:t>   Acuratete &gt;90%.</a:t>
            </a:r>
          </a:p>
        </p:txBody>
      </p:sp>
    </p:spTree>
    <p:extLst>
      <p:ext uri="{BB962C8B-B14F-4D97-AF65-F5344CB8AC3E}">
        <p14:creationId xmlns:p14="http://schemas.microsoft.com/office/powerpoint/2010/main" val="4259926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61B03-47CD-DC0B-2BF6-EB999AF43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01037-E506-854E-6C58-DB867862B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Retelele Long Short-Term Memory pot retine contextul. O cadere de tensiune nu reprezinta un singur punct izolat din timeline ci un intreg process.</a:t>
            </a:r>
          </a:p>
          <a:p>
            <a:r>
              <a:rPr lang="en-US" sz="2400"/>
              <a:t>Input: Fereastra de 60 de pasi de timp.</a:t>
            </a:r>
          </a:p>
          <a:p>
            <a:r>
              <a:rPr lang="en-US" sz="2400"/>
              <a:t>Layere: 2 straturi LSTM+ Dropout 0.2</a:t>
            </a:r>
          </a:p>
          <a:p>
            <a:r>
              <a:rPr lang="en-US" sz="2400"/>
              <a:t>Output: 1 Neuron sigmoid ce reprezinta probabilitatea defectului intre 0 si 1.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10924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EC7EC-5F76-F3B0-4375-D3BB30E46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Aplicatie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B7D8C-888E-0051-75DF-A6FB6BCDB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Pe Streamlit se incarca fisierul date_live.txt, datele sunt verificare pentru integritate, validate si primim o alerta in cazul in care aceasta este necesara si graficul pentru tensiune/timp.</a:t>
            </a:r>
          </a:p>
          <a:p>
            <a:r>
              <a:rPr lang="en-US" sz="2400"/>
              <a:t>Coduri de culoare pentru alerta.</a:t>
            </a:r>
          </a:p>
        </p:txBody>
      </p:sp>
    </p:spTree>
    <p:extLst>
      <p:ext uri="{BB962C8B-B14F-4D97-AF65-F5344CB8AC3E}">
        <p14:creationId xmlns:p14="http://schemas.microsoft.com/office/powerpoint/2010/main" val="2548520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282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Sistem Inteligent pentru Mentenanta Predictiva a Retelelor Electrice</vt:lpstr>
      <vt:lpstr>Problema si obiectivul</vt:lpstr>
      <vt:lpstr>Arhitectura Sistemului</vt:lpstr>
      <vt:lpstr>Datele Utilizate</vt:lpstr>
      <vt:lpstr>Optimizare</vt:lpstr>
      <vt:lpstr>LSTM</vt:lpstr>
      <vt:lpstr>Aplicatie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Radu-Andrei ŞTEFAN (139489)</dc:creator>
  <cp:lastModifiedBy>Radu-Andrei ŞTEFAN (139489)</cp:lastModifiedBy>
  <cp:revision>1</cp:revision>
  <dcterms:created xsi:type="dcterms:W3CDTF">2026-01-22T14:28:40Z</dcterms:created>
  <dcterms:modified xsi:type="dcterms:W3CDTF">2026-01-22T14:46:26Z</dcterms:modified>
</cp:coreProperties>
</file>